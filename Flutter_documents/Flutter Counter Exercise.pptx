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1593" y="1339230"/>
            <a:ext cx="40808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Tập Flutter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519615" y="2177430"/>
            <a:ext cx="21046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App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33233" y="2893665"/>
            <a:ext cx="30774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ứng dụng đếm số cơ bản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55553" y="3617565"/>
            <a:ext cx="223281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GitHub Copilot • Flutter Dev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Tả Bài Tập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8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ứng dụng Counter App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ứng dụng đếm số cơ bản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94421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 số đếm ở giữa màn hình (bắt đầu từ 0)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Nút "+" để tăng số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Nút "-" để giảm số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đếm cập nhật realtime khi nhấn nút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35"/>
            <a:ext cx="7924800" cy="1878137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432572"/>
            <a:ext cx="7924800" cy="1878137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Thức Flutter Được Học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554435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&amp; Layout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2026816"/>
            <a:ext cx="7162800" cy="948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/ Center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&amp; Button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8200" y="366117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4133552"/>
            <a:ext cx="7162800" cy="948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StatefulWidget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setState()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updates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Bắt Buộc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00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Sử dụng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làm khung chính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Đặt số đếm ở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giữa màn hình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với font size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Nút "+" màu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xanh lá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Nút "-" màu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đỏ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nút "-" khi số = 0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102103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99271"/>
            <a:ext cx="7924800" cy="175624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Features (Cộng Thêm Điểm)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6300" y="1478235"/>
            <a:ext cx="757809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Nút Reset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76300" y="1828726"/>
            <a:ext cx="757809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nút để đặt lại số đếm về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727871"/>
            <a:ext cx="757809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Màu Nền Động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1100" y="3078361"/>
            <a:ext cx="7124700" cy="948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dương → nền xanh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âm → nền đỏ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0 → nền xám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780976"/>
          </a:xfrm>
          <a:prstGeom prst="roundRect">
            <a:avLst>
              <a:gd name="adj" fmla="val 46834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83011"/>
            <a:ext cx="7924800" cy="780976"/>
          </a:xfrm>
          <a:prstGeom prst="roundRect">
            <a:avLst>
              <a:gd name="adj" fmla="val 46834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116387"/>
            <a:ext cx="7924800" cy="780976"/>
          </a:xfrm>
          <a:prstGeom prst="roundRect">
            <a:avLst>
              <a:gd name="adj" fmla="val 46834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1-2: Chuẩn Bị Project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2000" y="1402035"/>
            <a:ext cx="77724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1: Tạo Project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1664866"/>
            <a:ext cx="777240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flutter create counter_app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2335411"/>
            <a:ext cx="77724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2: Mở Folder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2598241"/>
            <a:ext cx="777240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cd counter_app &amp;&amp; code 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3268787"/>
            <a:ext cx="77724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2b: Cài GitHub Copilot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2000" y="3531617"/>
            <a:ext cx="777240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extension "GitHub Copilot" từ VS Code Marketplace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88666"/>
            <a:ext cx="7924800" cy="1030188"/>
          </a:xfrm>
          <a:prstGeom prst="roundRect">
            <a:avLst>
              <a:gd name="adj" fmla="val 35504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3: Sử Dụng GitHub Copilot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35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file lib/main.dart và gõ comment: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741066"/>
            <a:ext cx="7620000" cy="725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F1F5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Create a Counter App with StatefulWidget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F1F5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Display counter in center with font 72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F1F5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Green + button, Red - button</a:t>
            </a:r>
            <a:endParaRPr lang="en-US" sz="1020" dirty="0"/>
          </a:p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F1F5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Disable - button when counter is 0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609600" y="2771254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Nhấn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Ctrl+Enter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(Mac: Cmd+Enter) → Copilot sẽ generate code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19325"/>
            <a:ext cx="7924800" cy="876300"/>
          </a:xfrm>
          <a:prstGeom prst="roundRect">
            <a:avLst>
              <a:gd name="adj" fmla="val 41739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14515" y="1503090"/>
            <a:ext cx="411497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4: Chạy Ứng Dụng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2524125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flutter run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03664" y="3400425"/>
            <a:ext cx="373667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sẽ chạy trên emulator/device của bạn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249635"/>
          <a:ext cx="7924800" cy="2290763"/>
        </p:xfrm>
        <a:graphic>
          <a:graphicData uri="http://schemas.openxmlformats.org/drawingml/2006/table">
            <a:tbl>
              <a:tblPr/>
              <a:tblGrid>
                <a:gridCol w="3962400"/>
                <a:gridCol w="3962400"/>
              </a:tblGrid>
              <a:tr h="327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Tiêu Chí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Điểm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7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chạy được, hiển thị 0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3đ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7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+/- nút, disable khi = 0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4đ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7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căn giữa, font lớn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2đ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7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Màu nút đúng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1đ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7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BONUS: Reset + Màu nền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+2đ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7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Tổng Cộng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13đ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Chấm Điểm</a:t>
            </a:r>
            <a:endParaRPr lang="en-US" sz="2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Lưu Ý Khi Dùng Copilot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00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Copilot là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 hỗ trợ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không phải copy-paste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&amp; hiểu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 được generate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Sửa/tùy chỉnh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theo yêu cầu bài tập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Nếu Copilot generate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xóa và gõ lại comment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Dùng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Chat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để hỏi thêm về code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216768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645917"/>
            <a:ext cx="7924800" cy="1878137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Gian &amp; Bước Tiếp Theo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35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Thời Gian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50616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30-45 phút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240161"/>
            <a:ext cx="7162800" cy="948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+ Generate: 10 phút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&amp; Tùy chỉnh: 15-20 phút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10-15 phút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8200" y="3874517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Bước Tiếp Theo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4346897"/>
            <a:ext cx="7162800" cy="948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#2: Todo List App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#3: Calculator App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#4: Weather App (API)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3536" y="1727895"/>
            <a:ext cx="577692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Chúc Bạn Thành Công! 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60162" y="2505075"/>
            <a:ext cx="54236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Hãy bắt đầu xây dựng ứng dụng Flutter của bạn ngay hôm nay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64721" y="3228975"/>
            <a:ext cx="46144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liệu: flutter.dev | GitHub: github.com | Copilot: github.com/features/copilot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2026-01-26T06:54:50Z</dcterms:created>
  <dcterms:modified xsi:type="dcterms:W3CDTF">2026-01-26T06:54:50Z</dcterms:modified>
</cp:coreProperties>
</file>